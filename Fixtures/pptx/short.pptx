
<file path=[Content_Types].xml><?xml version="1.0" encoding="utf-8"?>
<Types xmlns="http://schemas.openxmlformats.org/package/2006/content-types">
  <Override PartName="/ppt/presentation.xml" ContentType="application/vnd.openxmlformats-officedocument.presentationml.presentation.main+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nvPr>
            <p:ph type="title"/>
          </p:nvPr>
        </p:nvSpPr>
        <p:txBody>
          <a:p>
            <a:r>
              <a:t>Text to Speech Presentation</a:t>
            </a:r>
          </a:p>
        </p:txBody>
      </p:sp>
      <p:sp>
        <p:nvSpPr>
          <p:nvPr>
            <p:ph type="body"/>
          </p:nvPr>
        </p:nvSpPr>
        <p:txBody>
          <a:p>
            <a:r>
              <a:t>PowerPoint slides can become clear, narration-ready text.</a:t>
            </a:r>
          </a:p>
        </p:txBody>
      </p:sp>
    </p:spTree>
  </p:cSld>
</p:sld>
</file>